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DF14CB2-DB6E-4652-91E4-13BA0E0C0714}">
          <p14:sldIdLst>
            <p14:sldId id="256"/>
            <p14:sldId id="257"/>
            <p14:sldId id="258"/>
            <p14:sldId id="259"/>
            <p14:sldId id="260"/>
            <p14:sldId id="261"/>
            <p14:sldId id="262"/>
          </p14:sldIdLst>
        </p14:section>
        <p14:section name="Untitled Section" id="{52E169BD-E02B-482C-9F51-369C23CAD9D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0" autoAdjust="0"/>
    <p:restoredTop sz="94660"/>
  </p:normalViewPr>
  <p:slideViewPr>
    <p:cSldViewPr snapToGrid="0">
      <p:cViewPr>
        <p:scale>
          <a:sx n="75" d="100"/>
          <a:sy n="75" d="100"/>
        </p:scale>
        <p:origin x="763" y="283"/>
      </p:cViewPr>
      <p:guideLst/>
    </p:cSldViewPr>
  </p:slideViewPr>
  <p:notesTextViewPr>
    <p:cViewPr>
      <p:scale>
        <a:sx n="1" d="1"/>
        <a:sy n="1" d="1"/>
      </p:scale>
      <p:origin x="0" y="0"/>
    </p:cViewPr>
  </p:notesTextViewPr>
  <p:gridSpacing cx="1792801" cy="1792801"/>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DFF9A-258D-B232-9875-95CA171C76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h-TH"/>
          </a:p>
        </p:txBody>
      </p:sp>
      <p:sp>
        <p:nvSpPr>
          <p:cNvPr id="3" name="Subtitle 2">
            <a:extLst>
              <a:ext uri="{FF2B5EF4-FFF2-40B4-BE49-F238E27FC236}">
                <a16:creationId xmlns:a16="http://schemas.microsoft.com/office/drawing/2014/main" id="{E59E4A28-DE33-806D-735F-AE03609F5A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h-TH"/>
          </a:p>
        </p:txBody>
      </p:sp>
      <p:sp>
        <p:nvSpPr>
          <p:cNvPr id="4" name="Date Placeholder 3">
            <a:extLst>
              <a:ext uri="{FF2B5EF4-FFF2-40B4-BE49-F238E27FC236}">
                <a16:creationId xmlns:a16="http://schemas.microsoft.com/office/drawing/2014/main" id="{588A3B56-0023-DE0E-00DA-DA7986893A34}"/>
              </a:ext>
            </a:extLst>
          </p:cNvPr>
          <p:cNvSpPr>
            <a:spLocks noGrp="1"/>
          </p:cNvSpPr>
          <p:nvPr>
            <p:ph type="dt" sz="half" idx="10"/>
          </p:nvPr>
        </p:nvSpPr>
        <p:spPr/>
        <p:txBody>
          <a:bodyPr/>
          <a:lstStyle/>
          <a:p>
            <a:fld id="{54EE6C2F-D7B7-42DB-BBBE-43F70159CD74}" type="datetimeFigureOut">
              <a:rPr lang="th-TH" smtClean="0"/>
              <a:t>19/03/69</a:t>
            </a:fld>
            <a:endParaRPr lang="th-TH"/>
          </a:p>
        </p:txBody>
      </p:sp>
      <p:sp>
        <p:nvSpPr>
          <p:cNvPr id="5" name="Footer Placeholder 4">
            <a:extLst>
              <a:ext uri="{FF2B5EF4-FFF2-40B4-BE49-F238E27FC236}">
                <a16:creationId xmlns:a16="http://schemas.microsoft.com/office/drawing/2014/main" id="{05B7F929-3DE4-7B4A-EE46-2B19A5F44BCA}"/>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0DCF3CEA-FD1C-A93B-99AD-F2C72F489CB0}"/>
              </a:ext>
            </a:extLst>
          </p:cNvPr>
          <p:cNvSpPr>
            <a:spLocks noGrp="1"/>
          </p:cNvSpPr>
          <p:nvPr>
            <p:ph type="sldNum" sz="quarter" idx="12"/>
          </p:nvPr>
        </p:nvSpPr>
        <p:spPr/>
        <p:txBody>
          <a:bodyPr/>
          <a:lstStyle/>
          <a:p>
            <a:fld id="{656E1B95-3369-4D8E-8810-90ED1122C833}" type="slidenum">
              <a:rPr lang="th-TH" smtClean="0"/>
              <a:t>‹#›</a:t>
            </a:fld>
            <a:endParaRPr lang="th-TH"/>
          </a:p>
        </p:txBody>
      </p:sp>
    </p:spTree>
    <p:extLst>
      <p:ext uri="{BB962C8B-B14F-4D97-AF65-F5344CB8AC3E}">
        <p14:creationId xmlns:p14="http://schemas.microsoft.com/office/powerpoint/2010/main" val="2116940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EDD4C-E3F3-6B61-6508-BAB7664E79F8}"/>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5F8DBA14-17C2-7E0B-9988-7164EEAC4A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AF2B8334-1D57-A00C-7B27-0CE8C3E0A82E}"/>
              </a:ext>
            </a:extLst>
          </p:cNvPr>
          <p:cNvSpPr>
            <a:spLocks noGrp="1"/>
          </p:cNvSpPr>
          <p:nvPr>
            <p:ph type="dt" sz="half" idx="10"/>
          </p:nvPr>
        </p:nvSpPr>
        <p:spPr/>
        <p:txBody>
          <a:bodyPr/>
          <a:lstStyle/>
          <a:p>
            <a:fld id="{54EE6C2F-D7B7-42DB-BBBE-43F70159CD74}" type="datetimeFigureOut">
              <a:rPr lang="th-TH" smtClean="0"/>
              <a:t>19/03/69</a:t>
            </a:fld>
            <a:endParaRPr lang="th-TH"/>
          </a:p>
        </p:txBody>
      </p:sp>
      <p:sp>
        <p:nvSpPr>
          <p:cNvPr id="5" name="Footer Placeholder 4">
            <a:extLst>
              <a:ext uri="{FF2B5EF4-FFF2-40B4-BE49-F238E27FC236}">
                <a16:creationId xmlns:a16="http://schemas.microsoft.com/office/drawing/2014/main" id="{CFFAB66E-B382-E869-AB8D-B3D594F06313}"/>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EA18427E-205F-C8D4-3372-4539B61A2C45}"/>
              </a:ext>
            </a:extLst>
          </p:cNvPr>
          <p:cNvSpPr>
            <a:spLocks noGrp="1"/>
          </p:cNvSpPr>
          <p:nvPr>
            <p:ph type="sldNum" sz="quarter" idx="12"/>
          </p:nvPr>
        </p:nvSpPr>
        <p:spPr/>
        <p:txBody>
          <a:bodyPr/>
          <a:lstStyle/>
          <a:p>
            <a:fld id="{656E1B95-3369-4D8E-8810-90ED1122C833}" type="slidenum">
              <a:rPr lang="th-TH" smtClean="0"/>
              <a:t>‹#›</a:t>
            </a:fld>
            <a:endParaRPr lang="th-TH"/>
          </a:p>
        </p:txBody>
      </p:sp>
    </p:spTree>
    <p:extLst>
      <p:ext uri="{BB962C8B-B14F-4D97-AF65-F5344CB8AC3E}">
        <p14:creationId xmlns:p14="http://schemas.microsoft.com/office/powerpoint/2010/main" val="1131995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1A654-95FF-94A6-DFD7-80196DDF5C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h-TH"/>
          </a:p>
        </p:txBody>
      </p:sp>
      <p:sp>
        <p:nvSpPr>
          <p:cNvPr id="3" name="Text Placeholder 2">
            <a:extLst>
              <a:ext uri="{FF2B5EF4-FFF2-40B4-BE49-F238E27FC236}">
                <a16:creationId xmlns:a16="http://schemas.microsoft.com/office/drawing/2014/main" id="{FD395D12-F2E3-B389-B5DE-D0CD11081B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F2AD2F-1345-B713-8DE5-4AE207F4AFFA}"/>
              </a:ext>
            </a:extLst>
          </p:cNvPr>
          <p:cNvSpPr>
            <a:spLocks noGrp="1"/>
          </p:cNvSpPr>
          <p:nvPr>
            <p:ph type="dt" sz="half" idx="10"/>
          </p:nvPr>
        </p:nvSpPr>
        <p:spPr/>
        <p:txBody>
          <a:bodyPr/>
          <a:lstStyle/>
          <a:p>
            <a:fld id="{54EE6C2F-D7B7-42DB-BBBE-43F70159CD74}" type="datetimeFigureOut">
              <a:rPr lang="th-TH" smtClean="0"/>
              <a:t>19/03/69</a:t>
            </a:fld>
            <a:endParaRPr lang="th-TH"/>
          </a:p>
        </p:txBody>
      </p:sp>
      <p:sp>
        <p:nvSpPr>
          <p:cNvPr id="5" name="Footer Placeholder 4">
            <a:extLst>
              <a:ext uri="{FF2B5EF4-FFF2-40B4-BE49-F238E27FC236}">
                <a16:creationId xmlns:a16="http://schemas.microsoft.com/office/drawing/2014/main" id="{7578FAA0-49DB-0353-49F6-87BD25C17ED8}"/>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E3AF9A75-2D1F-DFC2-1058-F3823C8FBD59}"/>
              </a:ext>
            </a:extLst>
          </p:cNvPr>
          <p:cNvSpPr>
            <a:spLocks noGrp="1"/>
          </p:cNvSpPr>
          <p:nvPr>
            <p:ph type="sldNum" sz="quarter" idx="12"/>
          </p:nvPr>
        </p:nvSpPr>
        <p:spPr/>
        <p:txBody>
          <a:bodyPr/>
          <a:lstStyle/>
          <a:p>
            <a:fld id="{656E1B95-3369-4D8E-8810-90ED1122C833}" type="slidenum">
              <a:rPr lang="th-TH" smtClean="0"/>
              <a:t>‹#›</a:t>
            </a:fld>
            <a:endParaRPr lang="th-TH"/>
          </a:p>
        </p:txBody>
      </p:sp>
    </p:spTree>
    <p:extLst>
      <p:ext uri="{BB962C8B-B14F-4D97-AF65-F5344CB8AC3E}">
        <p14:creationId xmlns:p14="http://schemas.microsoft.com/office/powerpoint/2010/main" val="501856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CA8C7-A6FC-AA06-3E08-F3F0123254F5}"/>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ADB83598-0D28-B0EF-D345-A9688AF5C3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a:extLst>
              <a:ext uri="{FF2B5EF4-FFF2-40B4-BE49-F238E27FC236}">
                <a16:creationId xmlns:a16="http://schemas.microsoft.com/office/drawing/2014/main" id="{8F44748B-354E-BB2B-00AF-179FACC130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a:extLst>
              <a:ext uri="{FF2B5EF4-FFF2-40B4-BE49-F238E27FC236}">
                <a16:creationId xmlns:a16="http://schemas.microsoft.com/office/drawing/2014/main" id="{CF742576-5136-4678-D19F-4E516E571E04}"/>
              </a:ext>
            </a:extLst>
          </p:cNvPr>
          <p:cNvSpPr>
            <a:spLocks noGrp="1"/>
          </p:cNvSpPr>
          <p:nvPr>
            <p:ph type="dt" sz="half" idx="10"/>
          </p:nvPr>
        </p:nvSpPr>
        <p:spPr/>
        <p:txBody>
          <a:bodyPr/>
          <a:lstStyle/>
          <a:p>
            <a:fld id="{54EE6C2F-D7B7-42DB-BBBE-43F70159CD74}" type="datetimeFigureOut">
              <a:rPr lang="th-TH" smtClean="0"/>
              <a:t>19/03/69</a:t>
            </a:fld>
            <a:endParaRPr lang="th-TH"/>
          </a:p>
        </p:txBody>
      </p:sp>
      <p:sp>
        <p:nvSpPr>
          <p:cNvPr id="6" name="Footer Placeholder 5">
            <a:extLst>
              <a:ext uri="{FF2B5EF4-FFF2-40B4-BE49-F238E27FC236}">
                <a16:creationId xmlns:a16="http://schemas.microsoft.com/office/drawing/2014/main" id="{0D93475E-E354-A540-C583-DA7960A73E46}"/>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A11CBDFE-2FCB-1950-ABB9-E0CBE44923D8}"/>
              </a:ext>
            </a:extLst>
          </p:cNvPr>
          <p:cNvSpPr>
            <a:spLocks noGrp="1"/>
          </p:cNvSpPr>
          <p:nvPr>
            <p:ph type="sldNum" sz="quarter" idx="12"/>
          </p:nvPr>
        </p:nvSpPr>
        <p:spPr/>
        <p:txBody>
          <a:bodyPr/>
          <a:lstStyle/>
          <a:p>
            <a:fld id="{656E1B95-3369-4D8E-8810-90ED1122C833}" type="slidenum">
              <a:rPr lang="th-TH" smtClean="0"/>
              <a:t>‹#›</a:t>
            </a:fld>
            <a:endParaRPr lang="th-TH"/>
          </a:p>
        </p:txBody>
      </p:sp>
    </p:spTree>
    <p:extLst>
      <p:ext uri="{BB962C8B-B14F-4D97-AF65-F5344CB8AC3E}">
        <p14:creationId xmlns:p14="http://schemas.microsoft.com/office/powerpoint/2010/main" val="1841482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2A343-0157-18F3-0D83-73EB5B4E1D2E}"/>
              </a:ext>
            </a:extLst>
          </p:cNvPr>
          <p:cNvSpPr>
            <a:spLocks noGrp="1"/>
          </p:cNvSpPr>
          <p:nvPr>
            <p:ph type="title"/>
          </p:nvPr>
        </p:nvSpPr>
        <p:spPr>
          <a:xfrm>
            <a:off x="839788" y="365125"/>
            <a:ext cx="10515600" cy="1325563"/>
          </a:xfrm>
        </p:spPr>
        <p:txBody>
          <a:bodyPr/>
          <a:lstStyle/>
          <a:p>
            <a:r>
              <a:rPr lang="en-US"/>
              <a:t>Click to edit Master title style</a:t>
            </a:r>
            <a:endParaRPr lang="th-TH"/>
          </a:p>
        </p:txBody>
      </p:sp>
      <p:sp>
        <p:nvSpPr>
          <p:cNvPr id="3" name="Text Placeholder 2">
            <a:extLst>
              <a:ext uri="{FF2B5EF4-FFF2-40B4-BE49-F238E27FC236}">
                <a16:creationId xmlns:a16="http://schemas.microsoft.com/office/drawing/2014/main" id="{37274FCF-1D95-8598-3CB4-0828652D65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15FD73-9801-F4B7-E761-BEA55D1033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a:extLst>
              <a:ext uri="{FF2B5EF4-FFF2-40B4-BE49-F238E27FC236}">
                <a16:creationId xmlns:a16="http://schemas.microsoft.com/office/drawing/2014/main" id="{5E473453-6177-1C8C-F501-2C6787D53A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6E437B-AA78-7A08-0BD1-C143477555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Date Placeholder 6">
            <a:extLst>
              <a:ext uri="{FF2B5EF4-FFF2-40B4-BE49-F238E27FC236}">
                <a16:creationId xmlns:a16="http://schemas.microsoft.com/office/drawing/2014/main" id="{1960FD22-118E-399C-7405-7420849F4EFD}"/>
              </a:ext>
            </a:extLst>
          </p:cNvPr>
          <p:cNvSpPr>
            <a:spLocks noGrp="1"/>
          </p:cNvSpPr>
          <p:nvPr>
            <p:ph type="dt" sz="half" idx="10"/>
          </p:nvPr>
        </p:nvSpPr>
        <p:spPr/>
        <p:txBody>
          <a:bodyPr/>
          <a:lstStyle/>
          <a:p>
            <a:fld id="{54EE6C2F-D7B7-42DB-BBBE-43F70159CD74}" type="datetimeFigureOut">
              <a:rPr lang="th-TH" smtClean="0"/>
              <a:t>19/03/69</a:t>
            </a:fld>
            <a:endParaRPr lang="th-TH"/>
          </a:p>
        </p:txBody>
      </p:sp>
      <p:sp>
        <p:nvSpPr>
          <p:cNvPr id="8" name="Footer Placeholder 7">
            <a:extLst>
              <a:ext uri="{FF2B5EF4-FFF2-40B4-BE49-F238E27FC236}">
                <a16:creationId xmlns:a16="http://schemas.microsoft.com/office/drawing/2014/main" id="{CEB6F3C4-59CB-6904-3D02-51862944A7A4}"/>
              </a:ext>
            </a:extLst>
          </p:cNvPr>
          <p:cNvSpPr>
            <a:spLocks noGrp="1"/>
          </p:cNvSpPr>
          <p:nvPr>
            <p:ph type="ftr" sz="quarter" idx="11"/>
          </p:nvPr>
        </p:nvSpPr>
        <p:spPr/>
        <p:txBody>
          <a:bodyPr/>
          <a:lstStyle/>
          <a:p>
            <a:endParaRPr lang="th-TH"/>
          </a:p>
        </p:txBody>
      </p:sp>
      <p:sp>
        <p:nvSpPr>
          <p:cNvPr id="9" name="Slide Number Placeholder 8">
            <a:extLst>
              <a:ext uri="{FF2B5EF4-FFF2-40B4-BE49-F238E27FC236}">
                <a16:creationId xmlns:a16="http://schemas.microsoft.com/office/drawing/2014/main" id="{2CF694E4-8E74-6786-EE19-0D2A3C8644B1}"/>
              </a:ext>
            </a:extLst>
          </p:cNvPr>
          <p:cNvSpPr>
            <a:spLocks noGrp="1"/>
          </p:cNvSpPr>
          <p:nvPr>
            <p:ph type="sldNum" sz="quarter" idx="12"/>
          </p:nvPr>
        </p:nvSpPr>
        <p:spPr/>
        <p:txBody>
          <a:bodyPr/>
          <a:lstStyle/>
          <a:p>
            <a:fld id="{656E1B95-3369-4D8E-8810-90ED1122C833}" type="slidenum">
              <a:rPr lang="th-TH" smtClean="0"/>
              <a:t>‹#›</a:t>
            </a:fld>
            <a:endParaRPr lang="th-TH"/>
          </a:p>
        </p:txBody>
      </p:sp>
    </p:spTree>
    <p:extLst>
      <p:ext uri="{BB962C8B-B14F-4D97-AF65-F5344CB8AC3E}">
        <p14:creationId xmlns:p14="http://schemas.microsoft.com/office/powerpoint/2010/main" val="1570341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74D85-ABFF-FB7D-D39C-68704A9ACC45}"/>
              </a:ext>
            </a:extLst>
          </p:cNvPr>
          <p:cNvSpPr>
            <a:spLocks noGrp="1"/>
          </p:cNvSpPr>
          <p:nvPr>
            <p:ph type="title"/>
          </p:nvPr>
        </p:nvSpPr>
        <p:spPr/>
        <p:txBody>
          <a:bodyPr/>
          <a:lstStyle/>
          <a:p>
            <a:r>
              <a:rPr lang="en-US"/>
              <a:t>Click to edit Master title style</a:t>
            </a:r>
            <a:endParaRPr lang="th-TH"/>
          </a:p>
        </p:txBody>
      </p:sp>
      <p:sp>
        <p:nvSpPr>
          <p:cNvPr id="3" name="Date Placeholder 2">
            <a:extLst>
              <a:ext uri="{FF2B5EF4-FFF2-40B4-BE49-F238E27FC236}">
                <a16:creationId xmlns:a16="http://schemas.microsoft.com/office/drawing/2014/main" id="{7B3040D1-08D4-3E4E-2CAE-448FFB75FA1F}"/>
              </a:ext>
            </a:extLst>
          </p:cNvPr>
          <p:cNvSpPr>
            <a:spLocks noGrp="1"/>
          </p:cNvSpPr>
          <p:nvPr>
            <p:ph type="dt" sz="half" idx="10"/>
          </p:nvPr>
        </p:nvSpPr>
        <p:spPr/>
        <p:txBody>
          <a:bodyPr/>
          <a:lstStyle/>
          <a:p>
            <a:fld id="{54EE6C2F-D7B7-42DB-BBBE-43F70159CD74}" type="datetimeFigureOut">
              <a:rPr lang="th-TH" smtClean="0"/>
              <a:t>19/03/69</a:t>
            </a:fld>
            <a:endParaRPr lang="th-TH"/>
          </a:p>
        </p:txBody>
      </p:sp>
      <p:sp>
        <p:nvSpPr>
          <p:cNvPr id="4" name="Footer Placeholder 3">
            <a:extLst>
              <a:ext uri="{FF2B5EF4-FFF2-40B4-BE49-F238E27FC236}">
                <a16:creationId xmlns:a16="http://schemas.microsoft.com/office/drawing/2014/main" id="{213BE1D0-1B4C-627D-2DB5-95FAB79CA6BB}"/>
              </a:ext>
            </a:extLst>
          </p:cNvPr>
          <p:cNvSpPr>
            <a:spLocks noGrp="1"/>
          </p:cNvSpPr>
          <p:nvPr>
            <p:ph type="ftr" sz="quarter" idx="11"/>
          </p:nvPr>
        </p:nvSpPr>
        <p:spPr/>
        <p:txBody>
          <a:bodyPr/>
          <a:lstStyle/>
          <a:p>
            <a:endParaRPr lang="th-TH"/>
          </a:p>
        </p:txBody>
      </p:sp>
      <p:sp>
        <p:nvSpPr>
          <p:cNvPr id="5" name="Slide Number Placeholder 4">
            <a:extLst>
              <a:ext uri="{FF2B5EF4-FFF2-40B4-BE49-F238E27FC236}">
                <a16:creationId xmlns:a16="http://schemas.microsoft.com/office/drawing/2014/main" id="{76204904-24C3-1EF5-60B2-C9FB2833D03B}"/>
              </a:ext>
            </a:extLst>
          </p:cNvPr>
          <p:cNvSpPr>
            <a:spLocks noGrp="1"/>
          </p:cNvSpPr>
          <p:nvPr>
            <p:ph type="sldNum" sz="quarter" idx="12"/>
          </p:nvPr>
        </p:nvSpPr>
        <p:spPr/>
        <p:txBody>
          <a:bodyPr/>
          <a:lstStyle/>
          <a:p>
            <a:fld id="{656E1B95-3369-4D8E-8810-90ED1122C833}" type="slidenum">
              <a:rPr lang="th-TH" smtClean="0"/>
              <a:t>‹#›</a:t>
            </a:fld>
            <a:endParaRPr lang="th-TH"/>
          </a:p>
        </p:txBody>
      </p:sp>
    </p:spTree>
    <p:extLst>
      <p:ext uri="{BB962C8B-B14F-4D97-AF65-F5344CB8AC3E}">
        <p14:creationId xmlns:p14="http://schemas.microsoft.com/office/powerpoint/2010/main" val="2219713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59EBA2-2896-8BD6-DFD7-3FF1A01A918A}"/>
              </a:ext>
            </a:extLst>
          </p:cNvPr>
          <p:cNvSpPr>
            <a:spLocks noGrp="1"/>
          </p:cNvSpPr>
          <p:nvPr>
            <p:ph type="dt" sz="half" idx="10"/>
          </p:nvPr>
        </p:nvSpPr>
        <p:spPr/>
        <p:txBody>
          <a:bodyPr/>
          <a:lstStyle/>
          <a:p>
            <a:fld id="{54EE6C2F-D7B7-42DB-BBBE-43F70159CD74}" type="datetimeFigureOut">
              <a:rPr lang="th-TH" smtClean="0"/>
              <a:t>19/03/69</a:t>
            </a:fld>
            <a:endParaRPr lang="th-TH"/>
          </a:p>
        </p:txBody>
      </p:sp>
      <p:sp>
        <p:nvSpPr>
          <p:cNvPr id="3" name="Footer Placeholder 2">
            <a:extLst>
              <a:ext uri="{FF2B5EF4-FFF2-40B4-BE49-F238E27FC236}">
                <a16:creationId xmlns:a16="http://schemas.microsoft.com/office/drawing/2014/main" id="{14FFCB53-4E25-F235-5236-D1E9CCE685BA}"/>
              </a:ext>
            </a:extLst>
          </p:cNvPr>
          <p:cNvSpPr>
            <a:spLocks noGrp="1"/>
          </p:cNvSpPr>
          <p:nvPr>
            <p:ph type="ftr" sz="quarter" idx="11"/>
          </p:nvPr>
        </p:nvSpPr>
        <p:spPr/>
        <p:txBody>
          <a:bodyPr/>
          <a:lstStyle/>
          <a:p>
            <a:endParaRPr lang="th-TH"/>
          </a:p>
        </p:txBody>
      </p:sp>
      <p:sp>
        <p:nvSpPr>
          <p:cNvPr id="4" name="Slide Number Placeholder 3">
            <a:extLst>
              <a:ext uri="{FF2B5EF4-FFF2-40B4-BE49-F238E27FC236}">
                <a16:creationId xmlns:a16="http://schemas.microsoft.com/office/drawing/2014/main" id="{230BF5B4-0216-F961-E168-FB5A9532A315}"/>
              </a:ext>
            </a:extLst>
          </p:cNvPr>
          <p:cNvSpPr>
            <a:spLocks noGrp="1"/>
          </p:cNvSpPr>
          <p:nvPr>
            <p:ph type="sldNum" sz="quarter" idx="12"/>
          </p:nvPr>
        </p:nvSpPr>
        <p:spPr/>
        <p:txBody>
          <a:bodyPr/>
          <a:lstStyle/>
          <a:p>
            <a:fld id="{656E1B95-3369-4D8E-8810-90ED1122C833}" type="slidenum">
              <a:rPr lang="th-TH" smtClean="0"/>
              <a:t>‹#›</a:t>
            </a:fld>
            <a:endParaRPr lang="th-TH"/>
          </a:p>
        </p:txBody>
      </p:sp>
    </p:spTree>
    <p:extLst>
      <p:ext uri="{BB962C8B-B14F-4D97-AF65-F5344CB8AC3E}">
        <p14:creationId xmlns:p14="http://schemas.microsoft.com/office/powerpoint/2010/main" val="2443267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B4D2-81DC-76A4-7B3C-AB52BC7D80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Content Placeholder 2">
            <a:extLst>
              <a:ext uri="{FF2B5EF4-FFF2-40B4-BE49-F238E27FC236}">
                <a16:creationId xmlns:a16="http://schemas.microsoft.com/office/drawing/2014/main" id="{189364DE-E479-F10B-972C-74BC192BDF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a:extLst>
              <a:ext uri="{FF2B5EF4-FFF2-40B4-BE49-F238E27FC236}">
                <a16:creationId xmlns:a16="http://schemas.microsoft.com/office/drawing/2014/main" id="{E58731F2-AE79-53CA-88DB-05B2A1E3DC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7C3C54-0E21-0B26-009A-008B3B475230}"/>
              </a:ext>
            </a:extLst>
          </p:cNvPr>
          <p:cNvSpPr>
            <a:spLocks noGrp="1"/>
          </p:cNvSpPr>
          <p:nvPr>
            <p:ph type="dt" sz="half" idx="10"/>
          </p:nvPr>
        </p:nvSpPr>
        <p:spPr/>
        <p:txBody>
          <a:bodyPr/>
          <a:lstStyle/>
          <a:p>
            <a:fld id="{54EE6C2F-D7B7-42DB-BBBE-43F70159CD74}" type="datetimeFigureOut">
              <a:rPr lang="th-TH" smtClean="0"/>
              <a:t>19/03/69</a:t>
            </a:fld>
            <a:endParaRPr lang="th-TH"/>
          </a:p>
        </p:txBody>
      </p:sp>
      <p:sp>
        <p:nvSpPr>
          <p:cNvPr id="6" name="Footer Placeholder 5">
            <a:extLst>
              <a:ext uri="{FF2B5EF4-FFF2-40B4-BE49-F238E27FC236}">
                <a16:creationId xmlns:a16="http://schemas.microsoft.com/office/drawing/2014/main" id="{3B222835-D607-2FB9-AC22-677711E8447C}"/>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AECC82B-CE6B-4163-5722-78BE468042FC}"/>
              </a:ext>
            </a:extLst>
          </p:cNvPr>
          <p:cNvSpPr>
            <a:spLocks noGrp="1"/>
          </p:cNvSpPr>
          <p:nvPr>
            <p:ph type="sldNum" sz="quarter" idx="12"/>
          </p:nvPr>
        </p:nvSpPr>
        <p:spPr/>
        <p:txBody>
          <a:bodyPr/>
          <a:lstStyle/>
          <a:p>
            <a:fld id="{656E1B95-3369-4D8E-8810-90ED1122C833}" type="slidenum">
              <a:rPr lang="th-TH" smtClean="0"/>
              <a:t>‹#›</a:t>
            </a:fld>
            <a:endParaRPr lang="th-TH"/>
          </a:p>
        </p:txBody>
      </p:sp>
    </p:spTree>
    <p:extLst>
      <p:ext uri="{BB962C8B-B14F-4D97-AF65-F5344CB8AC3E}">
        <p14:creationId xmlns:p14="http://schemas.microsoft.com/office/powerpoint/2010/main" val="3144108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EDD34-E45F-5713-48F1-60C75B1F36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Picture Placeholder 2">
            <a:extLst>
              <a:ext uri="{FF2B5EF4-FFF2-40B4-BE49-F238E27FC236}">
                <a16:creationId xmlns:a16="http://schemas.microsoft.com/office/drawing/2014/main" id="{D05B8A71-A8D7-4400-EE50-6BCC9139A8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Text Placeholder 3">
            <a:extLst>
              <a:ext uri="{FF2B5EF4-FFF2-40B4-BE49-F238E27FC236}">
                <a16:creationId xmlns:a16="http://schemas.microsoft.com/office/drawing/2014/main" id="{F5BDBE7D-FA5B-B9A2-9F14-B997AC5084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403F7B-4DA8-1C6E-C119-4D779C784876}"/>
              </a:ext>
            </a:extLst>
          </p:cNvPr>
          <p:cNvSpPr>
            <a:spLocks noGrp="1"/>
          </p:cNvSpPr>
          <p:nvPr>
            <p:ph type="dt" sz="half" idx="10"/>
          </p:nvPr>
        </p:nvSpPr>
        <p:spPr/>
        <p:txBody>
          <a:bodyPr/>
          <a:lstStyle/>
          <a:p>
            <a:fld id="{54EE6C2F-D7B7-42DB-BBBE-43F70159CD74}" type="datetimeFigureOut">
              <a:rPr lang="th-TH" smtClean="0"/>
              <a:t>19/03/69</a:t>
            </a:fld>
            <a:endParaRPr lang="th-TH"/>
          </a:p>
        </p:txBody>
      </p:sp>
      <p:sp>
        <p:nvSpPr>
          <p:cNvPr id="6" name="Footer Placeholder 5">
            <a:extLst>
              <a:ext uri="{FF2B5EF4-FFF2-40B4-BE49-F238E27FC236}">
                <a16:creationId xmlns:a16="http://schemas.microsoft.com/office/drawing/2014/main" id="{B8243EDC-73DB-7131-5F36-BDCB56133A9B}"/>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0DA62D0B-0B71-DFC7-8A6B-457DC631916F}"/>
              </a:ext>
            </a:extLst>
          </p:cNvPr>
          <p:cNvSpPr>
            <a:spLocks noGrp="1"/>
          </p:cNvSpPr>
          <p:nvPr>
            <p:ph type="sldNum" sz="quarter" idx="12"/>
          </p:nvPr>
        </p:nvSpPr>
        <p:spPr/>
        <p:txBody>
          <a:bodyPr/>
          <a:lstStyle/>
          <a:p>
            <a:fld id="{656E1B95-3369-4D8E-8810-90ED1122C833}" type="slidenum">
              <a:rPr lang="th-TH" smtClean="0"/>
              <a:t>‹#›</a:t>
            </a:fld>
            <a:endParaRPr lang="th-TH"/>
          </a:p>
        </p:txBody>
      </p:sp>
    </p:spTree>
    <p:extLst>
      <p:ext uri="{BB962C8B-B14F-4D97-AF65-F5344CB8AC3E}">
        <p14:creationId xmlns:p14="http://schemas.microsoft.com/office/powerpoint/2010/main" val="626468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FC410-AEB8-AC4C-18BA-DB79AC88D694}"/>
              </a:ext>
            </a:extLst>
          </p:cNvPr>
          <p:cNvSpPr>
            <a:spLocks noGrp="1"/>
          </p:cNvSpPr>
          <p:nvPr>
            <p:ph type="title"/>
          </p:nvPr>
        </p:nvSpPr>
        <p:spPr/>
        <p:txBody>
          <a:bodyPr/>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434CFFB6-128C-6159-5DCD-A3877BC75C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312105DB-5696-36EB-48EE-A1EED7705C72}"/>
              </a:ext>
            </a:extLst>
          </p:cNvPr>
          <p:cNvSpPr>
            <a:spLocks noGrp="1"/>
          </p:cNvSpPr>
          <p:nvPr>
            <p:ph type="dt" sz="half" idx="10"/>
          </p:nvPr>
        </p:nvSpPr>
        <p:spPr/>
        <p:txBody>
          <a:bodyPr/>
          <a:lstStyle/>
          <a:p>
            <a:fld id="{54EE6C2F-D7B7-42DB-BBBE-43F70159CD74}" type="datetimeFigureOut">
              <a:rPr lang="th-TH" smtClean="0"/>
              <a:t>19/03/69</a:t>
            </a:fld>
            <a:endParaRPr lang="th-TH"/>
          </a:p>
        </p:txBody>
      </p:sp>
      <p:sp>
        <p:nvSpPr>
          <p:cNvPr id="5" name="Footer Placeholder 4">
            <a:extLst>
              <a:ext uri="{FF2B5EF4-FFF2-40B4-BE49-F238E27FC236}">
                <a16:creationId xmlns:a16="http://schemas.microsoft.com/office/drawing/2014/main" id="{6FA1EBBC-F740-80E6-0A52-3EFD523C9F5D}"/>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5971BB2A-E7C6-11F5-0100-D061F74B946A}"/>
              </a:ext>
            </a:extLst>
          </p:cNvPr>
          <p:cNvSpPr>
            <a:spLocks noGrp="1"/>
          </p:cNvSpPr>
          <p:nvPr>
            <p:ph type="sldNum" sz="quarter" idx="12"/>
          </p:nvPr>
        </p:nvSpPr>
        <p:spPr/>
        <p:txBody>
          <a:bodyPr/>
          <a:lstStyle/>
          <a:p>
            <a:fld id="{656E1B95-3369-4D8E-8810-90ED1122C833}" type="slidenum">
              <a:rPr lang="th-TH" smtClean="0"/>
              <a:t>‹#›</a:t>
            </a:fld>
            <a:endParaRPr lang="th-TH"/>
          </a:p>
        </p:txBody>
      </p:sp>
    </p:spTree>
    <p:extLst>
      <p:ext uri="{BB962C8B-B14F-4D97-AF65-F5344CB8AC3E}">
        <p14:creationId xmlns:p14="http://schemas.microsoft.com/office/powerpoint/2010/main" val="2927202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8D33FA-E01D-FDA5-AA94-22A4E0DDD0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5FEB5CC2-D587-6306-C0C3-549C0E247A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B2109281-D503-8F70-7C8C-616B96653836}"/>
              </a:ext>
            </a:extLst>
          </p:cNvPr>
          <p:cNvSpPr>
            <a:spLocks noGrp="1"/>
          </p:cNvSpPr>
          <p:nvPr>
            <p:ph type="dt" sz="half" idx="10"/>
          </p:nvPr>
        </p:nvSpPr>
        <p:spPr/>
        <p:txBody>
          <a:bodyPr/>
          <a:lstStyle/>
          <a:p>
            <a:fld id="{54EE6C2F-D7B7-42DB-BBBE-43F70159CD74}" type="datetimeFigureOut">
              <a:rPr lang="th-TH" smtClean="0"/>
              <a:t>19/03/69</a:t>
            </a:fld>
            <a:endParaRPr lang="th-TH"/>
          </a:p>
        </p:txBody>
      </p:sp>
      <p:sp>
        <p:nvSpPr>
          <p:cNvPr id="5" name="Footer Placeholder 4">
            <a:extLst>
              <a:ext uri="{FF2B5EF4-FFF2-40B4-BE49-F238E27FC236}">
                <a16:creationId xmlns:a16="http://schemas.microsoft.com/office/drawing/2014/main" id="{34B741FC-5B52-EE0D-C9D0-EF5BAD13C2B5}"/>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77F3C5A1-288B-4E0A-136F-DC14DAF6B9C5}"/>
              </a:ext>
            </a:extLst>
          </p:cNvPr>
          <p:cNvSpPr>
            <a:spLocks noGrp="1"/>
          </p:cNvSpPr>
          <p:nvPr>
            <p:ph type="sldNum" sz="quarter" idx="12"/>
          </p:nvPr>
        </p:nvSpPr>
        <p:spPr/>
        <p:txBody>
          <a:bodyPr/>
          <a:lstStyle/>
          <a:p>
            <a:fld id="{656E1B95-3369-4D8E-8810-90ED1122C833}" type="slidenum">
              <a:rPr lang="th-TH" smtClean="0"/>
              <a:t>‹#›</a:t>
            </a:fld>
            <a:endParaRPr lang="th-TH"/>
          </a:p>
        </p:txBody>
      </p:sp>
    </p:spTree>
    <p:extLst>
      <p:ext uri="{BB962C8B-B14F-4D97-AF65-F5344CB8AC3E}">
        <p14:creationId xmlns:p14="http://schemas.microsoft.com/office/powerpoint/2010/main" val="2587102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C69D8B-D28A-F7C8-8027-5253A8BB49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h-TH"/>
          </a:p>
        </p:txBody>
      </p:sp>
      <p:sp>
        <p:nvSpPr>
          <p:cNvPr id="3" name="Text Placeholder 2">
            <a:extLst>
              <a:ext uri="{FF2B5EF4-FFF2-40B4-BE49-F238E27FC236}">
                <a16:creationId xmlns:a16="http://schemas.microsoft.com/office/drawing/2014/main" id="{3DCDE998-84DF-9CCD-1AAD-E14CDBB5F1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60F74EA9-D8CA-591D-479B-0B80DE62BE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EE6C2F-D7B7-42DB-BBBE-43F70159CD74}" type="datetimeFigureOut">
              <a:rPr lang="th-TH" smtClean="0"/>
              <a:t>19/03/69</a:t>
            </a:fld>
            <a:endParaRPr lang="th-TH"/>
          </a:p>
        </p:txBody>
      </p:sp>
      <p:sp>
        <p:nvSpPr>
          <p:cNvPr id="5" name="Footer Placeholder 4">
            <a:extLst>
              <a:ext uri="{FF2B5EF4-FFF2-40B4-BE49-F238E27FC236}">
                <a16:creationId xmlns:a16="http://schemas.microsoft.com/office/drawing/2014/main" id="{8F2277C1-C247-1176-11BB-5EC3F227E7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h-TH"/>
          </a:p>
        </p:txBody>
      </p:sp>
      <p:sp>
        <p:nvSpPr>
          <p:cNvPr id="6" name="Slide Number Placeholder 5">
            <a:extLst>
              <a:ext uri="{FF2B5EF4-FFF2-40B4-BE49-F238E27FC236}">
                <a16:creationId xmlns:a16="http://schemas.microsoft.com/office/drawing/2014/main" id="{520A4643-AF2B-B736-F38C-69D564ED0A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6E1B95-3369-4D8E-8810-90ED1122C833}" type="slidenum">
              <a:rPr lang="th-TH" smtClean="0"/>
              <a:t>‹#›</a:t>
            </a:fld>
            <a:endParaRPr lang="th-TH"/>
          </a:p>
        </p:txBody>
      </p:sp>
    </p:spTree>
    <p:extLst>
      <p:ext uri="{BB962C8B-B14F-4D97-AF65-F5344CB8AC3E}">
        <p14:creationId xmlns:p14="http://schemas.microsoft.com/office/powerpoint/2010/main" val="1689151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FFF2AD-43E8-55B4-5D35-5DA97F2783D9}"/>
              </a:ext>
            </a:extLst>
          </p:cNvPr>
          <p:cNvPicPr>
            <a:picLocks noChangeAspect="1"/>
          </p:cNvPicPr>
          <p:nvPr/>
        </p:nvPicPr>
        <p:blipFill>
          <a:blip r:embed="rId2"/>
          <a:stretch>
            <a:fillRect/>
          </a:stretch>
        </p:blipFill>
        <p:spPr>
          <a:xfrm>
            <a:off x="0" y="753569"/>
            <a:ext cx="12192000" cy="5350862"/>
          </a:xfrm>
          <a:prstGeom prst="rect">
            <a:avLst/>
          </a:prstGeom>
        </p:spPr>
      </p:pic>
      <p:sp>
        <p:nvSpPr>
          <p:cNvPr id="6" name="TextBox 5">
            <a:extLst>
              <a:ext uri="{FF2B5EF4-FFF2-40B4-BE49-F238E27FC236}">
                <a16:creationId xmlns:a16="http://schemas.microsoft.com/office/drawing/2014/main" id="{BCAC3155-B1CA-8131-964F-43B5792C44D6}"/>
              </a:ext>
            </a:extLst>
          </p:cNvPr>
          <p:cNvSpPr txBox="1"/>
          <p:nvPr/>
        </p:nvSpPr>
        <p:spPr>
          <a:xfrm>
            <a:off x="6751320" y="952500"/>
            <a:ext cx="2750820" cy="1015663"/>
          </a:xfrm>
          <a:prstGeom prst="rect">
            <a:avLst/>
          </a:prstGeom>
          <a:noFill/>
          <a:ln>
            <a:solidFill>
              <a:srgbClr val="FF0000"/>
            </a:solidFill>
          </a:ln>
        </p:spPr>
        <p:txBody>
          <a:bodyPr wrap="square" rtlCol="0">
            <a:spAutoFit/>
          </a:bodyPr>
          <a:lstStyle/>
          <a:p>
            <a:pPr marL="92075" indent="-92075">
              <a:buFont typeface="Arial" panose="020B0604020202020204" pitchFamily="34" charset="0"/>
              <a:buChar char="•"/>
            </a:pPr>
            <a:r>
              <a:rPr lang="en-US" sz="1200" dirty="0">
                <a:solidFill>
                  <a:srgbClr val="FF0000"/>
                </a:solidFill>
              </a:rPr>
              <a:t>Add % Chargeability YTD.</a:t>
            </a:r>
          </a:p>
          <a:p>
            <a:pPr marL="92075" indent="-92075">
              <a:buFont typeface="Arial" panose="020B0604020202020204" pitchFamily="34" charset="0"/>
              <a:buChar char="•"/>
            </a:pPr>
            <a:r>
              <a:rPr lang="en-US" sz="1200" dirty="0">
                <a:solidFill>
                  <a:srgbClr val="FF0000"/>
                </a:solidFill>
              </a:rPr>
              <a:t>Add Chargeability trend graph YTD</a:t>
            </a:r>
          </a:p>
          <a:p>
            <a:pPr marL="92075" indent="-92075">
              <a:buFont typeface="Arial" panose="020B0604020202020204" pitchFamily="34" charset="0"/>
              <a:buChar char="•"/>
            </a:pPr>
            <a:r>
              <a:rPr lang="en-US" sz="1200" dirty="0">
                <a:solidFill>
                  <a:srgbClr val="FF0000"/>
                </a:solidFill>
              </a:rPr>
              <a:t>Add Pie Chart distribution of program the person spending time (charge to) for this current period and YTD </a:t>
            </a:r>
            <a:endParaRPr lang="th-TH" sz="1200" dirty="0">
              <a:solidFill>
                <a:srgbClr val="FF0000"/>
              </a:solidFill>
            </a:endParaRPr>
          </a:p>
        </p:txBody>
      </p:sp>
    </p:spTree>
    <p:extLst>
      <p:ext uri="{BB962C8B-B14F-4D97-AF65-F5344CB8AC3E}">
        <p14:creationId xmlns:p14="http://schemas.microsoft.com/office/powerpoint/2010/main" val="297804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02F435-95C0-2902-C1B9-6BB4FF649DE8}"/>
              </a:ext>
            </a:extLst>
          </p:cNvPr>
          <p:cNvPicPr>
            <a:picLocks noChangeAspect="1"/>
          </p:cNvPicPr>
          <p:nvPr/>
        </p:nvPicPr>
        <p:blipFill>
          <a:blip r:embed="rId2"/>
          <a:stretch>
            <a:fillRect/>
          </a:stretch>
        </p:blipFill>
        <p:spPr>
          <a:xfrm>
            <a:off x="0" y="788145"/>
            <a:ext cx="12192000" cy="5281709"/>
          </a:xfrm>
          <a:prstGeom prst="rect">
            <a:avLst/>
          </a:prstGeom>
        </p:spPr>
      </p:pic>
      <p:sp>
        <p:nvSpPr>
          <p:cNvPr id="6" name="TextBox 5">
            <a:extLst>
              <a:ext uri="{FF2B5EF4-FFF2-40B4-BE49-F238E27FC236}">
                <a16:creationId xmlns:a16="http://schemas.microsoft.com/office/drawing/2014/main" id="{561CE8BC-011B-B754-6E7A-65F4F25A78D7}"/>
              </a:ext>
            </a:extLst>
          </p:cNvPr>
          <p:cNvSpPr txBox="1"/>
          <p:nvPr/>
        </p:nvSpPr>
        <p:spPr>
          <a:xfrm>
            <a:off x="5496560" y="109220"/>
            <a:ext cx="6075680" cy="1754326"/>
          </a:xfrm>
          <a:prstGeom prst="rect">
            <a:avLst/>
          </a:prstGeom>
          <a:noFill/>
          <a:ln>
            <a:solidFill>
              <a:srgbClr val="FF0000"/>
            </a:solidFill>
          </a:ln>
        </p:spPr>
        <p:txBody>
          <a:bodyPr wrap="square" rtlCol="0">
            <a:spAutoFit/>
          </a:bodyPr>
          <a:lstStyle/>
          <a:p>
            <a:pPr marL="92075" indent="-92075">
              <a:buFont typeface="Arial" panose="020B0604020202020204" pitchFamily="34" charset="0"/>
              <a:buChar char="•"/>
            </a:pPr>
            <a:r>
              <a:rPr lang="en-US" sz="1200" dirty="0">
                <a:solidFill>
                  <a:srgbClr val="FF0000"/>
                </a:solidFill>
              </a:rPr>
              <a:t>Dropdown selection of Period</a:t>
            </a:r>
          </a:p>
          <a:p>
            <a:pPr marL="92075" indent="-92075">
              <a:buFont typeface="Arial" panose="020B0604020202020204" pitchFamily="34" charset="0"/>
              <a:buChar char="•"/>
            </a:pPr>
            <a:r>
              <a:rPr lang="en-US" sz="1200" dirty="0">
                <a:solidFill>
                  <a:srgbClr val="FF0000"/>
                </a:solidFill>
              </a:rPr>
              <a:t>Showing last period for reference and make it easy to copy or reuse the charge code for this period entry because most of the time we log to the same charge code for many weeks</a:t>
            </a:r>
          </a:p>
          <a:p>
            <a:pPr marL="92075" indent="-92075">
              <a:buFont typeface="Arial" panose="020B0604020202020204" pitchFamily="34" charset="0"/>
              <a:buChar char="•"/>
            </a:pPr>
            <a:r>
              <a:rPr lang="en-US" sz="1200" dirty="0">
                <a:solidFill>
                  <a:srgbClr val="FF0000"/>
                </a:solidFill>
              </a:rPr>
              <a:t>Since vacation is approved in </a:t>
            </a:r>
            <a:r>
              <a:rPr lang="en-US" sz="1200" dirty="0" err="1">
                <a:solidFill>
                  <a:srgbClr val="FF0000"/>
                </a:solidFill>
              </a:rPr>
              <a:t>Cnext</a:t>
            </a:r>
            <a:r>
              <a:rPr lang="en-US" sz="1200" dirty="0">
                <a:solidFill>
                  <a:srgbClr val="FF0000"/>
                </a:solidFill>
              </a:rPr>
              <a:t>, we should just let employee entry the vacation hours in timesheet without having the request another leave approval</a:t>
            </a:r>
          </a:p>
          <a:p>
            <a:pPr marL="92075" indent="-92075">
              <a:buFont typeface="Arial" panose="020B0604020202020204" pitchFamily="34" charset="0"/>
              <a:buChar char="•"/>
            </a:pPr>
            <a:r>
              <a:rPr lang="en-US" sz="1200" dirty="0">
                <a:solidFill>
                  <a:srgbClr val="FF0000"/>
                </a:solidFill>
              </a:rPr>
              <a:t>Should have a way to request for new charge code (with information of the charge code owner) if they don’t have access to. Charge code owner to approve before usage.</a:t>
            </a:r>
          </a:p>
          <a:p>
            <a:endParaRPr lang="th-TH" sz="1200" dirty="0">
              <a:solidFill>
                <a:srgbClr val="FF0000"/>
              </a:solidFill>
            </a:endParaRPr>
          </a:p>
        </p:txBody>
      </p:sp>
    </p:spTree>
    <p:extLst>
      <p:ext uri="{BB962C8B-B14F-4D97-AF65-F5344CB8AC3E}">
        <p14:creationId xmlns:p14="http://schemas.microsoft.com/office/powerpoint/2010/main" val="3348653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A623F6-13A0-F216-3141-479E6563E3FB}"/>
              </a:ext>
            </a:extLst>
          </p:cNvPr>
          <p:cNvPicPr>
            <a:picLocks noChangeAspect="1"/>
          </p:cNvPicPr>
          <p:nvPr/>
        </p:nvPicPr>
        <p:blipFill>
          <a:blip r:embed="rId2"/>
          <a:stretch>
            <a:fillRect/>
          </a:stretch>
        </p:blipFill>
        <p:spPr>
          <a:xfrm>
            <a:off x="0" y="958079"/>
            <a:ext cx="12192000" cy="5213307"/>
          </a:xfrm>
          <a:prstGeom prst="rect">
            <a:avLst/>
          </a:prstGeom>
        </p:spPr>
      </p:pic>
      <p:sp>
        <p:nvSpPr>
          <p:cNvPr id="8" name="TextBox 7">
            <a:extLst>
              <a:ext uri="{FF2B5EF4-FFF2-40B4-BE49-F238E27FC236}">
                <a16:creationId xmlns:a16="http://schemas.microsoft.com/office/drawing/2014/main" id="{96CCD824-6B93-5FF1-C687-8AE41B7715F5}"/>
              </a:ext>
            </a:extLst>
          </p:cNvPr>
          <p:cNvSpPr txBox="1"/>
          <p:nvPr/>
        </p:nvSpPr>
        <p:spPr>
          <a:xfrm>
            <a:off x="5821680" y="4417060"/>
            <a:ext cx="6075680" cy="1569660"/>
          </a:xfrm>
          <a:prstGeom prst="rect">
            <a:avLst/>
          </a:prstGeom>
          <a:noFill/>
          <a:ln>
            <a:solidFill>
              <a:srgbClr val="FF0000"/>
            </a:solidFill>
          </a:ln>
        </p:spPr>
        <p:txBody>
          <a:bodyPr wrap="square" rtlCol="0">
            <a:spAutoFit/>
          </a:bodyPr>
          <a:lstStyle/>
          <a:p>
            <a:pPr marL="92075" indent="-92075">
              <a:buFont typeface="Arial" panose="020B0604020202020204" pitchFamily="34" charset="0"/>
              <a:buChar char="•"/>
            </a:pPr>
            <a:r>
              <a:rPr lang="en-US" sz="1200" dirty="0">
                <a:solidFill>
                  <a:srgbClr val="FF0000"/>
                </a:solidFill>
              </a:rPr>
              <a:t>To be able to drill down to detail of the budget spent. Breakdown of Budget vs Actual at parent and child. Also to be able to see the detail of how much which team (and each person) are charging to these charge code. So it is easier to analyze where the charges are coming from.</a:t>
            </a:r>
          </a:p>
          <a:p>
            <a:pPr marL="92075" indent="-92075">
              <a:buFont typeface="Arial" panose="020B0604020202020204" pitchFamily="34" charset="0"/>
              <a:buChar char="•"/>
            </a:pPr>
            <a:r>
              <a:rPr lang="en-US" sz="1200" dirty="0">
                <a:solidFill>
                  <a:srgbClr val="FF0000"/>
                </a:solidFill>
              </a:rPr>
              <a:t>Make the summary view on the left easier to look at. It is hard to see the hierarchy and numbers lay out are not aligned.</a:t>
            </a:r>
          </a:p>
          <a:p>
            <a:pPr marL="92075" indent="-92075">
              <a:buFont typeface="Arial" panose="020B0604020202020204" pitchFamily="34" charset="0"/>
              <a:buChar char="•"/>
            </a:pPr>
            <a:r>
              <a:rPr lang="en-US" sz="1200" dirty="0">
                <a:solidFill>
                  <a:srgbClr val="FF0000"/>
                </a:solidFill>
              </a:rPr>
              <a:t>Able to add access and option to cascade the access to all the child charge code</a:t>
            </a:r>
          </a:p>
          <a:p>
            <a:endParaRPr lang="th-TH" sz="1200" dirty="0">
              <a:solidFill>
                <a:srgbClr val="FF0000"/>
              </a:solidFill>
            </a:endParaRPr>
          </a:p>
        </p:txBody>
      </p:sp>
    </p:spTree>
    <p:extLst>
      <p:ext uri="{BB962C8B-B14F-4D97-AF65-F5344CB8AC3E}">
        <p14:creationId xmlns:p14="http://schemas.microsoft.com/office/powerpoint/2010/main" val="3287459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157C486-5E4F-C9BD-D283-D7B0C401D286}"/>
              </a:ext>
            </a:extLst>
          </p:cNvPr>
          <p:cNvPicPr>
            <a:picLocks noChangeAspect="1"/>
          </p:cNvPicPr>
          <p:nvPr/>
        </p:nvPicPr>
        <p:blipFill>
          <a:blip r:embed="rId2"/>
          <a:stretch>
            <a:fillRect/>
          </a:stretch>
        </p:blipFill>
        <p:spPr>
          <a:xfrm>
            <a:off x="0" y="779819"/>
            <a:ext cx="12192000" cy="5298362"/>
          </a:xfrm>
          <a:prstGeom prst="rect">
            <a:avLst/>
          </a:prstGeom>
        </p:spPr>
      </p:pic>
      <p:sp>
        <p:nvSpPr>
          <p:cNvPr id="6" name="TextBox 5">
            <a:extLst>
              <a:ext uri="{FF2B5EF4-FFF2-40B4-BE49-F238E27FC236}">
                <a16:creationId xmlns:a16="http://schemas.microsoft.com/office/drawing/2014/main" id="{B2B54657-C32D-F884-4440-E415D5CF06B9}"/>
              </a:ext>
            </a:extLst>
          </p:cNvPr>
          <p:cNvSpPr txBox="1"/>
          <p:nvPr/>
        </p:nvSpPr>
        <p:spPr>
          <a:xfrm>
            <a:off x="5709920" y="302260"/>
            <a:ext cx="6075680" cy="276999"/>
          </a:xfrm>
          <a:prstGeom prst="rect">
            <a:avLst/>
          </a:prstGeom>
          <a:noFill/>
          <a:ln>
            <a:solidFill>
              <a:srgbClr val="FF0000"/>
            </a:solidFill>
          </a:ln>
        </p:spPr>
        <p:txBody>
          <a:bodyPr wrap="square" rtlCol="0">
            <a:spAutoFit/>
          </a:bodyPr>
          <a:lstStyle/>
          <a:p>
            <a:pPr marL="92075" indent="-92075">
              <a:buFont typeface="Arial" panose="020B0604020202020204" pitchFamily="34" charset="0"/>
              <a:buChar char="•"/>
            </a:pPr>
            <a:r>
              <a:rPr lang="en-US" sz="1200" dirty="0">
                <a:solidFill>
                  <a:srgbClr val="FF0000"/>
                </a:solidFill>
              </a:rPr>
              <a:t>Search seems not working</a:t>
            </a:r>
          </a:p>
        </p:txBody>
      </p:sp>
    </p:spTree>
    <p:extLst>
      <p:ext uri="{BB962C8B-B14F-4D97-AF65-F5344CB8AC3E}">
        <p14:creationId xmlns:p14="http://schemas.microsoft.com/office/powerpoint/2010/main" val="366195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558BDE-1B45-BE26-3282-4BD03BD48F43}"/>
              </a:ext>
            </a:extLst>
          </p:cNvPr>
          <p:cNvPicPr>
            <a:picLocks noChangeAspect="1"/>
          </p:cNvPicPr>
          <p:nvPr/>
        </p:nvPicPr>
        <p:blipFill>
          <a:blip r:embed="rId2"/>
          <a:stretch>
            <a:fillRect/>
          </a:stretch>
        </p:blipFill>
        <p:spPr>
          <a:xfrm>
            <a:off x="0" y="1533953"/>
            <a:ext cx="12192000" cy="3790094"/>
          </a:xfrm>
          <a:prstGeom prst="rect">
            <a:avLst/>
          </a:prstGeom>
        </p:spPr>
      </p:pic>
      <p:sp>
        <p:nvSpPr>
          <p:cNvPr id="6" name="TextBox 5">
            <a:extLst>
              <a:ext uri="{FF2B5EF4-FFF2-40B4-BE49-F238E27FC236}">
                <a16:creationId xmlns:a16="http://schemas.microsoft.com/office/drawing/2014/main" id="{D2999FE9-20E0-CCB9-2B59-C96C192E1569}"/>
              </a:ext>
            </a:extLst>
          </p:cNvPr>
          <p:cNvSpPr txBox="1"/>
          <p:nvPr/>
        </p:nvSpPr>
        <p:spPr>
          <a:xfrm>
            <a:off x="1971040" y="261620"/>
            <a:ext cx="9824720" cy="1938992"/>
          </a:xfrm>
          <a:prstGeom prst="rect">
            <a:avLst/>
          </a:prstGeom>
          <a:noFill/>
          <a:ln>
            <a:solidFill>
              <a:srgbClr val="FF0000"/>
            </a:solidFill>
          </a:ln>
        </p:spPr>
        <p:txBody>
          <a:bodyPr wrap="square" rtlCol="0">
            <a:spAutoFit/>
          </a:bodyPr>
          <a:lstStyle/>
          <a:p>
            <a:pPr marL="92075" indent="-92075">
              <a:buFont typeface="Arial" panose="020B0604020202020204" pitchFamily="34" charset="0"/>
              <a:buChar char="•"/>
            </a:pPr>
            <a:r>
              <a:rPr lang="en-US" sz="1200" dirty="0">
                <a:solidFill>
                  <a:srgbClr val="FF0000"/>
                </a:solidFill>
              </a:rPr>
              <a:t>Report by Program</a:t>
            </a:r>
          </a:p>
          <a:p>
            <a:pPr marL="549275" lvl="1" indent="-92075">
              <a:buFont typeface="Arial" panose="020B0604020202020204" pitchFamily="34" charset="0"/>
              <a:buChar char="•"/>
            </a:pPr>
            <a:r>
              <a:rPr lang="en-US" sz="1200" dirty="0">
                <a:solidFill>
                  <a:srgbClr val="FF0000"/>
                </a:solidFill>
              </a:rPr>
              <a:t>Showing Budget vs Actual of the program</a:t>
            </a:r>
          </a:p>
          <a:p>
            <a:pPr marL="549275" lvl="1" indent="-92075">
              <a:buFont typeface="Arial" panose="020B0604020202020204" pitchFamily="34" charset="0"/>
              <a:buChar char="•"/>
            </a:pPr>
            <a:r>
              <a:rPr lang="en-US" sz="1200" dirty="0">
                <a:solidFill>
                  <a:srgbClr val="FF0000"/>
                </a:solidFill>
              </a:rPr>
              <a:t>Breakdown Charging Distribution by Task, Team</a:t>
            </a:r>
          </a:p>
          <a:p>
            <a:pPr marL="549275" lvl="1" indent="-92075">
              <a:buFont typeface="Arial" panose="020B0604020202020204" pitchFamily="34" charset="0"/>
              <a:buChar char="•"/>
            </a:pPr>
            <a:endParaRPr lang="en-US" sz="1200" dirty="0">
              <a:solidFill>
                <a:srgbClr val="FF0000"/>
              </a:solidFill>
            </a:endParaRPr>
          </a:p>
          <a:p>
            <a:pPr marL="92075" indent="-92075">
              <a:buFont typeface="Arial" panose="020B0604020202020204" pitchFamily="34" charset="0"/>
              <a:buChar char="•"/>
            </a:pPr>
            <a:r>
              <a:rPr lang="en-US" sz="1200" dirty="0">
                <a:solidFill>
                  <a:srgbClr val="FF0000"/>
                </a:solidFill>
              </a:rPr>
              <a:t>Report by Cost Center</a:t>
            </a:r>
          </a:p>
          <a:p>
            <a:pPr marL="549275" lvl="1" indent="-92075">
              <a:buFont typeface="Arial" panose="020B0604020202020204" pitchFamily="34" charset="0"/>
              <a:buChar char="•"/>
            </a:pPr>
            <a:r>
              <a:rPr lang="en-US" sz="1200" dirty="0">
                <a:solidFill>
                  <a:srgbClr val="FF0000"/>
                </a:solidFill>
              </a:rPr>
              <a:t>Chargeability of Team. e.g. Engineer to see the % chargeability of all engineer team</a:t>
            </a:r>
          </a:p>
          <a:p>
            <a:pPr marL="549275" lvl="1" indent="-92075">
              <a:buFont typeface="Arial" panose="020B0604020202020204" pitchFamily="34" charset="0"/>
              <a:buChar char="•"/>
            </a:pPr>
            <a:r>
              <a:rPr lang="en-US" sz="1200" dirty="0">
                <a:solidFill>
                  <a:srgbClr val="FF0000"/>
                </a:solidFill>
              </a:rPr>
              <a:t>Breakdown Charge Distribution to see how much is charging to which program ; how much is non chargeable etc.</a:t>
            </a:r>
          </a:p>
          <a:p>
            <a:pPr marL="549275" lvl="1" indent="-92075">
              <a:buFont typeface="Arial" panose="020B0604020202020204" pitchFamily="34" charset="0"/>
              <a:buChar char="•"/>
            </a:pPr>
            <a:r>
              <a:rPr lang="en-US" sz="1200" dirty="0">
                <a:solidFill>
                  <a:srgbClr val="FF0000"/>
                </a:solidFill>
              </a:rPr>
              <a:t>Report by Person – to see their historical charge history and individual summary of their time spent in each project / vacation , etc.</a:t>
            </a:r>
          </a:p>
          <a:p>
            <a:pPr marL="549275" lvl="1" indent="-92075">
              <a:buFont typeface="Arial" panose="020B0604020202020204" pitchFamily="34" charset="0"/>
              <a:buChar char="•"/>
            </a:pPr>
            <a:endParaRPr lang="en-US" sz="1200" dirty="0">
              <a:solidFill>
                <a:srgbClr val="FF0000"/>
              </a:solidFill>
            </a:endParaRPr>
          </a:p>
          <a:p>
            <a:endParaRPr lang="th-TH" sz="1200" dirty="0">
              <a:solidFill>
                <a:srgbClr val="FF0000"/>
              </a:solidFill>
            </a:endParaRPr>
          </a:p>
        </p:txBody>
      </p:sp>
    </p:spTree>
    <p:extLst>
      <p:ext uri="{BB962C8B-B14F-4D97-AF65-F5344CB8AC3E}">
        <p14:creationId xmlns:p14="http://schemas.microsoft.com/office/powerpoint/2010/main" val="3813010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DA5114-251D-582E-37CE-E2160D4E8540}"/>
              </a:ext>
            </a:extLst>
          </p:cNvPr>
          <p:cNvPicPr>
            <a:picLocks noChangeAspect="1"/>
          </p:cNvPicPr>
          <p:nvPr/>
        </p:nvPicPr>
        <p:blipFill>
          <a:blip r:embed="rId2"/>
          <a:stretch>
            <a:fillRect/>
          </a:stretch>
        </p:blipFill>
        <p:spPr>
          <a:xfrm>
            <a:off x="0" y="1001126"/>
            <a:ext cx="12192000" cy="5221508"/>
          </a:xfrm>
          <a:prstGeom prst="rect">
            <a:avLst/>
          </a:prstGeom>
        </p:spPr>
      </p:pic>
      <p:sp>
        <p:nvSpPr>
          <p:cNvPr id="6" name="TextBox 5">
            <a:extLst>
              <a:ext uri="{FF2B5EF4-FFF2-40B4-BE49-F238E27FC236}">
                <a16:creationId xmlns:a16="http://schemas.microsoft.com/office/drawing/2014/main" id="{9B308233-85C3-DA05-C025-814F59210709}"/>
              </a:ext>
            </a:extLst>
          </p:cNvPr>
          <p:cNvSpPr txBox="1"/>
          <p:nvPr/>
        </p:nvSpPr>
        <p:spPr>
          <a:xfrm>
            <a:off x="2367280" y="142240"/>
            <a:ext cx="9824720" cy="646331"/>
          </a:xfrm>
          <a:prstGeom prst="rect">
            <a:avLst/>
          </a:prstGeom>
          <a:noFill/>
          <a:ln>
            <a:solidFill>
              <a:srgbClr val="FF0000"/>
            </a:solidFill>
          </a:ln>
        </p:spPr>
        <p:txBody>
          <a:bodyPr wrap="square" rtlCol="0">
            <a:spAutoFit/>
          </a:bodyPr>
          <a:lstStyle/>
          <a:p>
            <a:pPr marL="92075" indent="-92075">
              <a:buFont typeface="Arial" panose="020B0604020202020204" pitchFamily="34" charset="0"/>
              <a:buChar char="•"/>
            </a:pPr>
            <a:r>
              <a:rPr lang="en-US" sz="1200" dirty="0">
                <a:solidFill>
                  <a:srgbClr val="FF0000"/>
                </a:solidFill>
              </a:rPr>
              <a:t>Add multi-select filtering of charge code/program</a:t>
            </a:r>
          </a:p>
          <a:p>
            <a:pPr marL="92075" indent="-92075">
              <a:buFont typeface="Arial" panose="020B0604020202020204" pitchFamily="34" charset="0"/>
              <a:buChar char="•"/>
            </a:pPr>
            <a:r>
              <a:rPr lang="en-US" sz="1200" dirty="0">
                <a:solidFill>
                  <a:srgbClr val="FF0000"/>
                </a:solidFill>
              </a:rPr>
              <a:t>Add detail somewhere to be able to see break down of the actual are charged by which team or show top teams. E.g., Backend API for OMS are charged 80% to engineer, 10% to BA and 10% to all others.</a:t>
            </a:r>
          </a:p>
        </p:txBody>
      </p:sp>
    </p:spTree>
    <p:extLst>
      <p:ext uri="{BB962C8B-B14F-4D97-AF65-F5344CB8AC3E}">
        <p14:creationId xmlns:p14="http://schemas.microsoft.com/office/powerpoint/2010/main" val="194347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ECFFFA-FBBC-E488-1B72-A5F7869B3D0F}"/>
              </a:ext>
            </a:extLst>
          </p:cNvPr>
          <p:cNvSpPr txBox="1"/>
          <p:nvPr/>
        </p:nvSpPr>
        <p:spPr>
          <a:xfrm>
            <a:off x="589280" y="640080"/>
            <a:ext cx="9824720" cy="2123658"/>
          </a:xfrm>
          <a:prstGeom prst="rect">
            <a:avLst/>
          </a:prstGeom>
          <a:noFill/>
          <a:ln>
            <a:solidFill>
              <a:srgbClr val="FF0000"/>
            </a:solidFill>
          </a:ln>
        </p:spPr>
        <p:txBody>
          <a:bodyPr wrap="square" rtlCol="0">
            <a:spAutoFit/>
          </a:bodyPr>
          <a:lstStyle/>
          <a:p>
            <a:pPr marL="92075" indent="-92075">
              <a:buFont typeface="Arial" panose="020B0604020202020204" pitchFamily="34" charset="0"/>
              <a:buChar char="•"/>
            </a:pPr>
            <a:r>
              <a:rPr lang="en-US" sz="1200" dirty="0">
                <a:solidFill>
                  <a:srgbClr val="FF0000"/>
                </a:solidFill>
              </a:rPr>
              <a:t>Log In session – seems after we log out and re-login with different name, need to refresh the browser for info to update</a:t>
            </a:r>
          </a:p>
          <a:p>
            <a:pPr marL="92075" indent="-92075">
              <a:buFont typeface="Arial" panose="020B0604020202020204" pitchFamily="34" charset="0"/>
              <a:buChar char="•"/>
            </a:pPr>
            <a:endParaRPr lang="en-US" sz="1200" dirty="0">
              <a:solidFill>
                <a:srgbClr val="FF0000"/>
              </a:solidFill>
            </a:endParaRPr>
          </a:p>
          <a:p>
            <a:pPr marL="92075" indent="-92075">
              <a:buFont typeface="Arial" panose="020B0604020202020204" pitchFamily="34" charset="0"/>
              <a:buChar char="•"/>
            </a:pPr>
            <a:r>
              <a:rPr lang="en-US" sz="1200" dirty="0">
                <a:solidFill>
                  <a:srgbClr val="FF0000"/>
                </a:solidFill>
              </a:rPr>
              <a:t>Let’s add RIS logo as well</a:t>
            </a:r>
          </a:p>
          <a:p>
            <a:pPr marL="92075" indent="-92075">
              <a:buFont typeface="Arial" panose="020B0604020202020204" pitchFamily="34" charset="0"/>
              <a:buChar char="•"/>
            </a:pPr>
            <a:endParaRPr lang="en-US" sz="1200" dirty="0">
              <a:solidFill>
                <a:srgbClr val="FF0000"/>
              </a:solidFill>
            </a:endParaRPr>
          </a:p>
          <a:p>
            <a:pPr marL="92075" indent="-92075">
              <a:buFont typeface="Arial" panose="020B0604020202020204" pitchFamily="34" charset="0"/>
              <a:buChar char="•"/>
            </a:pPr>
            <a:r>
              <a:rPr lang="en-US" sz="1200" dirty="0">
                <a:solidFill>
                  <a:srgbClr val="FF0000"/>
                </a:solidFill>
              </a:rPr>
              <a:t>Add profile photo</a:t>
            </a:r>
          </a:p>
          <a:p>
            <a:pPr marL="92075" indent="-92075">
              <a:buFont typeface="Arial" panose="020B0604020202020204" pitchFamily="34" charset="0"/>
              <a:buChar char="•"/>
            </a:pPr>
            <a:endParaRPr lang="en-US" sz="1200" dirty="0">
              <a:solidFill>
                <a:srgbClr val="FF0000"/>
              </a:solidFill>
            </a:endParaRPr>
          </a:p>
          <a:p>
            <a:pPr marL="92075" indent="-92075">
              <a:buFont typeface="Arial" panose="020B0604020202020204" pitchFamily="34" charset="0"/>
              <a:buChar char="•"/>
            </a:pPr>
            <a:r>
              <a:rPr lang="en-US" sz="1200" dirty="0">
                <a:solidFill>
                  <a:srgbClr val="FF0000"/>
                </a:solidFill>
              </a:rPr>
              <a:t>Chatbot as discussed (if feasible)</a:t>
            </a:r>
          </a:p>
          <a:p>
            <a:pPr marL="92075" indent="-92075">
              <a:buFont typeface="Arial" panose="020B0604020202020204" pitchFamily="34" charset="0"/>
              <a:buChar char="•"/>
            </a:pPr>
            <a:endParaRPr lang="en-US" sz="1200" dirty="0">
              <a:solidFill>
                <a:srgbClr val="FF0000"/>
              </a:solidFill>
            </a:endParaRPr>
          </a:p>
          <a:p>
            <a:pPr marL="92075" indent="-92075">
              <a:buFont typeface="Arial" panose="020B0604020202020204" pitchFamily="34" charset="0"/>
              <a:buChar char="•"/>
            </a:pPr>
            <a:r>
              <a:rPr lang="en-US" sz="1200" dirty="0">
                <a:solidFill>
                  <a:srgbClr val="FF0000"/>
                </a:solidFill>
              </a:rPr>
              <a:t>System should be able to support 200 active employees ; 100 active projects ; and 5 years of historical data. </a:t>
            </a:r>
          </a:p>
          <a:p>
            <a:pPr marL="92075" indent="-92075">
              <a:buFont typeface="Arial" panose="020B0604020202020204" pitchFamily="34" charset="0"/>
              <a:buChar char="•"/>
            </a:pPr>
            <a:endParaRPr lang="en-US" sz="1200" dirty="0">
              <a:solidFill>
                <a:srgbClr val="FF0000"/>
              </a:solidFill>
            </a:endParaRPr>
          </a:p>
          <a:p>
            <a:pPr marL="92075" indent="-92075">
              <a:buFont typeface="Arial" panose="020B0604020202020204" pitchFamily="34" charset="0"/>
              <a:buChar char="•"/>
            </a:pPr>
            <a:endParaRPr lang="en-US" sz="1200" dirty="0">
              <a:solidFill>
                <a:srgbClr val="FF0000"/>
              </a:solidFill>
            </a:endParaRPr>
          </a:p>
        </p:txBody>
      </p:sp>
    </p:spTree>
    <p:extLst>
      <p:ext uri="{BB962C8B-B14F-4D97-AF65-F5344CB8AC3E}">
        <p14:creationId xmlns:p14="http://schemas.microsoft.com/office/powerpoint/2010/main" val="26877693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438</Words>
  <Application>Microsoft Office PowerPoint</Application>
  <PresentationFormat>Widescreen</PresentationFormat>
  <Paragraphs>30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Kajorn Kanjanawarin</dc:creator>
  <cp:lastModifiedBy>Kajorn Kanjanawarin</cp:lastModifiedBy>
  <cp:revision>1</cp:revision>
  <dcterms:created xsi:type="dcterms:W3CDTF">2026-03-19T03:56:14Z</dcterms:created>
  <dcterms:modified xsi:type="dcterms:W3CDTF">2026-03-19T05:47:08Z</dcterms:modified>
</cp:coreProperties>
</file>